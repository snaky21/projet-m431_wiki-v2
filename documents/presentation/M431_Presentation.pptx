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919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naky21.github.io/projet-m431_wiki-v2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notion.so/Kanban-projet-m431-321d2f774dee80f8b74ae942a6c91a3b" TargetMode="External"/><Relationship Id="rId4" Type="http://schemas.openxmlformats.org/officeDocument/2006/relationships/hyperlink" Target="https://github.com/Snaky21/projet-m431_wiki-v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2A5080"/>
          </a:solidFill>
          <a:ln w="12700">
            <a:solidFill>
              <a:srgbClr val="D6E8F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M431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Attribution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 d'un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SSL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d'un certificat SSL via Traefik · Documentation sur GitHub Pages · Wiki en ligne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310128"/>
            <a:ext cx="8046720" cy="0"/>
          </a:xfrm>
          <a:prstGeom prst="line">
            <a:avLst/>
          </a:prstGeom>
          <a:noFill/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— Chef de projet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— Planification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— Diagrammes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0" y="3429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— Documentation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  |  CFPT Informatique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502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21792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Projet &amp; Objectifs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périmètre du projet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474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0292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792" y="1847088"/>
            <a:ext cx="3200400" cy="2587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L'enseignant dispose d'un projet local et rencontre une problématique liée à la certification SSL : un avertissement de sécurité s'affiche lors de l'accès au site.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groupe a décidé de l'aider en mettant à disposition, via GitHub, un code permettant l'obtention automatique d'un certificat SSL auto-signé — sans alerte navigateur en environnement local.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: </a:t>
            </a: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séances · mars → juin 2026 · 3 jalons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325880"/>
            <a:ext cx="45720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160520" y="1325880"/>
            <a:ext cx="50292" cy="98755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343400" y="1399032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Code disponible sur GitHub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3400" y="1746504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public avec docker-compose Traefik + instructions complètes pour obtenir le certificat SSL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2441448"/>
            <a:ext cx="45720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60520" y="2441448"/>
            <a:ext cx="50292" cy="98755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343400" y="251460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Certificat SSL automatique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43400" y="2862072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v3 génère un certificat auto-signé au démarrage — aucune alerte navigateur en local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60520" y="3557016"/>
            <a:ext cx="457200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160520" y="3557016"/>
            <a:ext cx="50292" cy="98755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343400" y="363016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Wiki &amp; documentation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43400" y="397764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complète sur GitHub Pages via GitHub Actions + déploiement automatique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502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21792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Organisation de l'Équipe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et attributions des rôles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011680" cy="338328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01168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projet · Programmeur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993392"/>
            <a:ext cx="1828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membres du groupe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l'avancement du projet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+ Wiki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Traefik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24328" y="1325880"/>
            <a:ext cx="2011680" cy="338328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624328" y="1325880"/>
            <a:ext cx="2011680" cy="56692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624328" y="1325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70048" y="16733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du projet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15768" y="1993392"/>
            <a:ext cx="1828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du Kanban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</a:t>
            </a:r>
            <a:r>
              <a:rPr lang="en-US" sz="110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final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91456" y="1325880"/>
            <a:ext cx="2011680" cy="338328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91456" y="1325880"/>
            <a:ext cx="2011680" cy="566928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91456" y="1325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37176" y="16733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82896" y="1993392"/>
            <a:ext cx="1828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d'Eisenhower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prévisionnel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Schémas Excalidraw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final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58584" y="1325880"/>
            <a:ext cx="2011680" cy="338328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6958584" y="1325880"/>
            <a:ext cx="2011680" cy="566928"/>
          </a:xfrm>
          <a:prstGeom prst="rect">
            <a:avLst/>
          </a:prstGeom>
          <a:solidFill>
            <a:srgbClr val="556680"/>
          </a:solidFill>
          <a:ln w="12700">
            <a:solidFill>
              <a:srgbClr val="5566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6958584" y="1325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04304" y="16733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Spécialiste documentation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50024" y="1993392"/>
            <a:ext cx="1828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documentation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en ligne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docs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73168"/>
            <a:ext cx="8229600" cy="256032"/>
          </a:xfrm>
          <a:prstGeom prst="rect">
            <a:avLst/>
          </a:prstGeom>
          <a:solidFill>
            <a:srgbClr val="D6E8F5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566928" y="477316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:  Apprentissage des outils (Git, VS Code, GitHub) · Présentation finale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502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21792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Planification Initiale — Gantt Prévisionnel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phases sur 12 séances · 3 jalons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2377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Tâches principales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Planification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sur papier, rôles, Kanban, Eisenhower, Gantt prévisionnel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Jonathan / Rafael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→ S4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Apprentissage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Git, VS Code, GitHub, GitHub Actions, Docker, Traefik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→ S7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— Réalisation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Documentation, wiki GitHub Pages (déployé via GitHub Actions)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Kevin / Gabriel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 → S8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— Clôture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Finalisation doc, Gantt final, présentation PowerPoint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S9 → S12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6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24528"/>
            <a:ext cx="2651760" cy="640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57200" y="42245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Jalon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planification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avril · S4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4224528"/>
            <a:ext cx="2651760" cy="6400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337560" y="42245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Jalon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&amp; adaptation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mai · S8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4224528"/>
            <a:ext cx="2651760" cy="6400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38100" dist="127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6217920" y="42245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Jalon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Clôture du projet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juin · S12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502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21792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Planification Finale — Gantt Réel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prévu / réel · Suivi et ajustements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0292" cy="3383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initiale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6118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des outils estimé jusqu'en S7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prévu pour déployer le wiki dès S5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en parallèle dès S3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final prévu S9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PERT prévu si projet complexe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50292" cy="3383280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Réalité — en avance sur le planning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703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retard — groupe en avance sur le programme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opérationnel selon le calendrier prévu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simplifié : certificat auto-signé choisi dès le départ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disponible pour améliorer la documentation et tester physiquement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 non réalisé — projet sans dépendances complexes (justifié)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502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21792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Outils Utilisés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&amp; gestion de projet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66928" y="1444752"/>
            <a:ext cx="384048" cy="384048"/>
          </a:xfrm>
          <a:prstGeom prst="ellipse">
            <a:avLst/>
          </a:prstGeom>
          <a:solidFill>
            <a:srgbClr val="D6E8F5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66928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4128" y="146304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920240"/>
            <a:ext cx="181051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des services — docker-compose pour l'orchestration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33472" y="1325880"/>
            <a:ext cx="201168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743200" y="1444752"/>
            <a:ext cx="384048" cy="384048"/>
          </a:xfrm>
          <a:prstGeom prst="ellipse">
            <a:avLst/>
          </a:prstGeom>
          <a:solidFill>
            <a:srgbClr val="D6E8F5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743200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146304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v3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1920240"/>
            <a:ext cx="181051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proxy, routing HTTPS, certificat SSL auto-signé intégré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9744" y="13258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919472" y="1444752"/>
            <a:ext cx="384048" cy="384048"/>
          </a:xfrm>
          <a:prstGeom prst="ellipse">
            <a:avLst/>
          </a:prstGeom>
          <a:solidFill>
            <a:srgbClr val="D6E8F5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919472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76672" y="146304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9472" y="1920240"/>
            <a:ext cx="181051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: build et déploiement automatique du wiki sur GitHub Pages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86016" y="1325880"/>
            <a:ext cx="201168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7095744" y="1444752"/>
            <a:ext cx="384048" cy="384048"/>
          </a:xfrm>
          <a:prstGeom prst="ellipse">
            <a:avLst/>
          </a:prstGeom>
          <a:solidFill>
            <a:srgbClr val="D6E8F5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7095744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552944" y="146304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Kanban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95744" y="1920240"/>
            <a:ext cx="181051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tâches, assignations et avancement du projet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06324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566928" y="3182112"/>
            <a:ext cx="384048" cy="384048"/>
          </a:xfrm>
          <a:prstGeom prst="ellipse">
            <a:avLst/>
          </a:prstGeom>
          <a:solidFill>
            <a:srgbClr val="D6E8F5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66928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4128" y="32004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3657600"/>
            <a:ext cx="181051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Versionnage, merge requests contrôlées, collaboration en équipe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33472" y="3063240"/>
            <a:ext cx="201168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743200" y="3182112"/>
            <a:ext cx="384048" cy="384048"/>
          </a:xfrm>
          <a:prstGeom prst="ellipse">
            <a:avLst/>
          </a:prstGeom>
          <a:solidFill>
            <a:srgbClr val="D6E8F5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743200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200400" y="32004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Excalidraw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0" y="3657600"/>
            <a:ext cx="181051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: Gantt, Eisenhower, schémas d'architecture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9744" y="306324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4919472" y="3182112"/>
            <a:ext cx="384048" cy="384048"/>
          </a:xfrm>
          <a:prstGeom prst="ellipse">
            <a:avLst/>
          </a:prstGeom>
          <a:solidFill>
            <a:srgbClr val="D6E8F5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919472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76672" y="32004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Zensical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19472" y="3657600"/>
            <a:ext cx="181051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wiki — déployée automatiquement via GitHub Pages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986016" y="3063240"/>
            <a:ext cx="2011680" cy="155448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5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7095744" y="3182112"/>
            <a:ext cx="384048" cy="384048"/>
          </a:xfrm>
          <a:prstGeom prst="ellipse">
            <a:avLst/>
          </a:prstGeom>
          <a:solidFill>
            <a:srgbClr val="D6E8F5"/>
          </a:solidFill>
          <a:ln w="635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7095744" y="3182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552944" y="3200400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095744" y="3657600"/>
            <a:ext cx="1810512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 principal pour YAML, Markdown et fichiers de configuration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502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21792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Architecture Technique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de connexion : utilisateur → service web via Traefik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01994" y="2011680"/>
            <a:ext cx="1508760" cy="1097280"/>
          </a:xfrm>
          <a:prstGeom prst="rect">
            <a:avLst/>
          </a:prstGeom>
          <a:solidFill>
            <a:srgbClr val="556680"/>
          </a:solidFill>
          <a:ln w="12700">
            <a:solidFill>
              <a:srgbClr val="55668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1994" y="201168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 web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10754" y="2560320"/>
            <a:ext cx="411480" cy="0"/>
          </a:xfrm>
          <a:prstGeom prst="line">
            <a:avLst/>
          </a:prstGeom>
          <a:noFill/>
          <a:ln w="19050">
            <a:solidFill>
              <a:srgbClr val="5566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022234" y="2011680"/>
            <a:ext cx="1508760" cy="1097280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022234" y="201168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 / 443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30994" y="2560320"/>
            <a:ext cx="365760" cy="0"/>
          </a:xfrm>
          <a:prstGeom prst="line">
            <a:avLst/>
          </a:prstGeom>
          <a:noFill/>
          <a:ln w="19050">
            <a:solidFill>
              <a:srgbClr val="5566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896754" y="2011680"/>
            <a:ext cx="150876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896754" y="201168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v3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Certif. auto-signé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05514" y="2560320"/>
            <a:ext cx="365760" cy="0"/>
          </a:xfrm>
          <a:prstGeom prst="line">
            <a:avLst/>
          </a:prstGeom>
          <a:noFill/>
          <a:ln w="19050">
            <a:solidFill>
              <a:srgbClr val="5566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5771274" y="2011680"/>
            <a:ext cx="1508760" cy="10972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771274" y="201168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proxy-net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Docker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80034" y="2560320"/>
            <a:ext cx="274320" cy="0"/>
          </a:xfrm>
          <a:prstGeom prst="line">
            <a:avLst/>
          </a:prstGeom>
          <a:noFill/>
          <a:ln w="19050">
            <a:solidFill>
              <a:srgbClr val="5566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7554354" y="2011680"/>
            <a:ext cx="1508760" cy="1097280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7554354" y="201168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: 3000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interne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HTTP (port 80) → redirigé automatiquement </a:t>
            </a:r>
            <a:r>
              <a:rPr lang="en-US" sz="1100" i="1" dirty="0" err="1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00" i="1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269748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57200" y="3429000"/>
            <a:ext cx="50292" cy="13716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66928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38679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sur un réseau Docker dédié (proxy-net)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55848" y="3429000"/>
            <a:ext cx="269748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3355848" y="3429000"/>
            <a:ext cx="50292" cy="13716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3465576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auto-signé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65576" y="38679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généré par Traefik au démarrage — aucune config externe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54496" y="3429000"/>
            <a:ext cx="269748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6254496" y="3429000"/>
            <a:ext cx="50292" cy="13716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6364224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hosts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64224" y="3867912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locale : monprojet.local → IP machine hôte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502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21792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Apport de la Gestion de Projet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les outils et méthodes ont apporté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40690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Kanban (Notion)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709928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en temps réel de l'avancement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 claire de chaque tâche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rapide des blocages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800600" y="1325880"/>
            <a:ext cx="4069080" cy="32004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92040" y="1344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Matrice d'Eisenhower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709928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objective des tâches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sur l'essentiel (Traefik, doc)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Évitement des tâches superflues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57200" y="3136392"/>
            <a:ext cx="4069080" cy="320040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Diagramme de Gantt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52044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globale sur 12 séances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des 3 jalons imposés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comparaison prévu / réel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3136392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800600" y="3136392"/>
            <a:ext cx="4069080" cy="320040"/>
          </a:xfrm>
          <a:prstGeom prst="rect">
            <a:avLst/>
          </a:prstGeom>
          <a:solidFill>
            <a:srgbClr val="556680"/>
          </a:solidFill>
          <a:ln w="12700">
            <a:solidFill>
              <a:srgbClr val="5566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892040" y="3154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Rôles &amp; Merge Requests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52044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 individuelle claire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requests contrôlées par le chef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avant intégration sur main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502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21792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Difficultés Rencontrées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identifiés et solutions apportées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64008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399032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&amp; certificats SSL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88720" y="167335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</a:t>
            </a:r>
            <a:r>
              <a:rPr lang="en-US" sz="10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initiale de Let's Encrypt (DNS Challenge DuckDNS, acme.json, variables </a:t>
            </a:r>
            <a:r>
              <a:rPr lang="en-US" sz="105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d'environnement</a:t>
            </a:r>
            <a:r>
              <a:rPr lang="en-US" sz="10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88720" y="1984248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 : </a:t>
            </a:r>
            <a:r>
              <a:rPr lang="en-US" sz="10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du certificat auto-signé intégré à Traefik (--entrypoints.websecure.http.tls=true) — aucune dépendance externe, démarrage immédiat.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457200" y="2532888"/>
            <a:ext cx="640080" cy="10972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532888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60604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6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&amp; CI/CD (GitHub Actions)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88720" y="28803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</a:t>
            </a:r>
            <a:r>
              <a:rPr lang="en-US" sz="10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GitHub Actions complexe à configurer : pipeline de build Zensical, permissions GitHub Pages, gestion de la branche de déploiement et du fichier YAML.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88720" y="3191256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 : </a:t>
            </a:r>
            <a:r>
              <a:rPr lang="en-US" sz="10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progressive et tests itératifs du workflow jusqu'à déploiement automatique fonctionnel à chaque push sur main.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39896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57200" y="3739896"/>
            <a:ext cx="640080" cy="1097280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739896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813048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du réseau Docker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88720" y="408736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</a:t>
            </a:r>
            <a:r>
              <a:rPr lang="en-US" sz="10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du modèle réseau Docker : création du réseau proxy-net externe, communication inter-conteneurs, isolation des services non exposés.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88720" y="4398264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 : </a:t>
            </a:r>
            <a:r>
              <a:rPr lang="en-US" sz="10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des concepts dans le wiki (page réseautage </a:t>
            </a:r>
            <a:r>
              <a:rPr lang="en-US" sz="1050" dirty="0" err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virtuel</a:t>
            </a:r>
            <a:r>
              <a:rPr lang="en-US" sz="105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502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621792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Bilan &amp; Retour d'Expérience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retient du module M431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12700">
            <a:solidFill>
              <a:srgbClr val="C8D6E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0292" cy="3383280"/>
          </a:xfrm>
          <a:prstGeom prst="rect">
            <a:avLst/>
          </a:prstGeom>
          <a:solidFill>
            <a:srgbClr val="1E7E4A"/>
          </a:solidFill>
          <a:ln w="12700">
            <a:solidFill>
              <a:srgbClr val="1E7E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 qu'on a réussi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6118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SSL auto-signé fonctionnel via Traefik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publié sur GitHub et réutilisable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en ligne déployé automatiquement (GitHub Actions)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des 3 jalons — en avance sur le programme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de nouveaux outils (Git, Docker, Traefik)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50292" cy="3383280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Ce qu'on ferait différemment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7033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directement sur le certificat auto-signé Traefik — sans essayer Let's Encrypt d'abord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l'architecture sur Raspberry Pi physique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Ce projet va au-delà des compétences attendues d'un opérateur informatique — et c'est précisément ce qui en fait la valeur. »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8046720" cy="0"/>
          </a:xfrm>
          <a:prstGeom prst="line">
            <a:avLst/>
          </a:prstGeom>
          <a:noFill/>
          <a:ln w="12700">
            <a:solidFill>
              <a:srgbClr val="2A50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Wiki en ligne</a:t>
            </a:r>
            <a:endParaRPr lang="en-US" sz="130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548640" y="3127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https://snaky21.github.io/projet-m431_wiki-v2/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2788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Dépôt GitHub</a:t>
            </a:r>
            <a:endParaRPr lang="en-US" sz="1300" dirty="0"/>
          </a:p>
        </p:txBody>
      </p:sp>
      <p:sp>
        <p:nvSpPr>
          <p:cNvPr id="9" name="Text 7">
            <a:hlinkClick r:id="rId4"/>
          </p:cNvPr>
          <p:cNvSpPr/>
          <p:nvPr/>
        </p:nvSpPr>
        <p:spPr>
          <a:xfrm>
            <a:off x="3383280" y="3127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https://github.com/Snaky21/projet-m431_wiki-v2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217920" y="27889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Kanban Notion</a:t>
            </a:r>
            <a:endParaRPr lang="en-US" sz="1300" dirty="0"/>
          </a:p>
        </p:txBody>
      </p:sp>
      <p:sp>
        <p:nvSpPr>
          <p:cNvPr id="11" name="Text 9">
            <a:hlinkClick r:id="rId5"/>
          </p:cNvPr>
          <p:cNvSpPr/>
          <p:nvPr/>
        </p:nvSpPr>
        <p:spPr>
          <a:xfrm>
            <a:off x="6217920" y="312724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https://www.notion.so/Kanban-projet-m431-321d2f774dee80f8b74ae942a6c91a3b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· Jonathan · Kevin · Rafael  |  M431 · CFPT Informatique ·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1122</Words>
  <Application>Microsoft Macintosh PowerPoint</Application>
  <PresentationFormat>Affichage à l'écran (16:9)</PresentationFormat>
  <Paragraphs>207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Attribution Automatique d'un Certificat SSL</dc:title>
  <dc:subject>PptxGenJS Presentation</dc:subject>
  <dc:creator>Gabriel / Jonathan / Kevin / Rafael</dc:creator>
  <cp:lastModifiedBy>GABRIEL DSLV</cp:lastModifiedBy>
  <cp:revision>2</cp:revision>
  <dcterms:created xsi:type="dcterms:W3CDTF">2026-05-21T06:31:25Z</dcterms:created>
  <dcterms:modified xsi:type="dcterms:W3CDTF">2026-05-21T06:54:35Z</dcterms:modified>
</cp:coreProperties>
</file>